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1" r:id="rId4"/>
    <p:sldId id="264" r:id="rId5"/>
    <p:sldId id="260" r:id="rId6"/>
    <p:sldId id="267" r:id="rId7"/>
    <p:sldId id="258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60"/>
  </p:normalViewPr>
  <p:slideViewPr>
    <p:cSldViewPr>
      <p:cViewPr>
        <p:scale>
          <a:sx n="75" d="100"/>
          <a:sy n="75" d="100"/>
        </p:scale>
        <p:origin x="220" y="-2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20F1D9-A8F0-4121-8879-E15881188E80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2" csCatId="accent1" phldr="1"/>
      <dgm:spPr/>
    </dgm:pt>
    <dgm:pt modelId="{697613D2-EF4A-4415-B90D-E8748B6ED9C2}">
      <dgm:prSet phldrT="[Text]"/>
      <dgm:spPr/>
      <dgm:t>
        <a:bodyPr/>
        <a:lstStyle/>
        <a:p>
          <a:r>
            <a: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Pukaar – Your Real-Time Emergency Dialect Translator</a:t>
          </a:r>
          <a:endParaRPr lang="en-US" dirty="0"/>
        </a:p>
      </dgm:t>
    </dgm:pt>
    <dgm:pt modelId="{66E68E99-047C-49D9-8335-16988868E102}" type="parTrans" cxnId="{E5BB8437-80A9-46A1-9EAA-EB84F2256EC8}">
      <dgm:prSet/>
      <dgm:spPr/>
      <dgm:t>
        <a:bodyPr/>
        <a:lstStyle/>
        <a:p>
          <a:endParaRPr lang="en-US"/>
        </a:p>
      </dgm:t>
    </dgm:pt>
    <dgm:pt modelId="{2AE4AA2E-C8B7-45BE-93F1-172CA02B0098}" type="sibTrans" cxnId="{E5BB8437-80A9-46A1-9EAA-EB84F2256EC8}">
      <dgm:prSet/>
      <dgm:spPr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FE67016-C76E-4AF1-B11C-0CCFAE38D682}" type="pres">
      <dgm:prSet presAssocID="{2820F1D9-A8F0-4121-8879-E15881188E80}" presName="Name0" presStyleCnt="0">
        <dgm:presLayoutVars>
          <dgm:chMax val="7"/>
          <dgm:chPref val="7"/>
          <dgm:dir/>
        </dgm:presLayoutVars>
      </dgm:prSet>
      <dgm:spPr/>
    </dgm:pt>
    <dgm:pt modelId="{4637D051-36C1-4C03-9684-44C3B5A1F3B0}" type="pres">
      <dgm:prSet presAssocID="{697613D2-EF4A-4415-B90D-E8748B6ED9C2}" presName="parTx1" presStyleLbl="node1" presStyleIdx="0" presStyleCnt="1" custScaleX="138947" custScaleY="234400"/>
      <dgm:spPr/>
      <dgm:t>
        <a:bodyPr/>
        <a:lstStyle/>
        <a:p>
          <a:endParaRPr lang="en-US"/>
        </a:p>
      </dgm:t>
    </dgm:pt>
    <dgm:pt modelId="{36B55B9F-D754-48D2-9CC3-DC0B7B3EC890}" type="pres">
      <dgm:prSet presAssocID="{2AE4AA2E-C8B7-45BE-93F1-172CA02B0098}" presName="picture1" presStyleCnt="0"/>
      <dgm:spPr/>
    </dgm:pt>
    <dgm:pt modelId="{975C90C4-B6E9-4655-B7B7-597F279E52DC}" type="pres">
      <dgm:prSet presAssocID="{2AE4AA2E-C8B7-45BE-93F1-172CA02B0098}" presName="imageRepeatNode" presStyleLbl="fgImgPlace1" presStyleIdx="0" presStyleCnt="1" custScaleX="45946" custScaleY="55979" custLinFactNeighborX="-15076" custLinFactNeighborY="-20581"/>
      <dgm:spPr/>
      <dgm:t>
        <a:bodyPr/>
        <a:lstStyle/>
        <a:p>
          <a:endParaRPr lang="en-US"/>
        </a:p>
      </dgm:t>
    </dgm:pt>
  </dgm:ptLst>
  <dgm:cxnLst>
    <dgm:cxn modelId="{484843D3-288C-4A02-A75F-CB36814408DA}" type="presOf" srcId="{2820F1D9-A8F0-4121-8879-E15881188E80}" destId="{EFE67016-C76E-4AF1-B11C-0CCFAE38D682}" srcOrd="0" destOrd="0" presId="urn:microsoft.com/office/officeart/2008/layout/AscendingPictureAccentProcess"/>
    <dgm:cxn modelId="{E5BB8437-80A9-46A1-9EAA-EB84F2256EC8}" srcId="{2820F1D9-A8F0-4121-8879-E15881188E80}" destId="{697613D2-EF4A-4415-B90D-E8748B6ED9C2}" srcOrd="0" destOrd="0" parTransId="{66E68E99-047C-49D9-8335-16988868E102}" sibTransId="{2AE4AA2E-C8B7-45BE-93F1-172CA02B0098}"/>
    <dgm:cxn modelId="{0C047204-2031-434F-B39E-656F5501EE24}" type="presOf" srcId="{697613D2-EF4A-4415-B90D-E8748B6ED9C2}" destId="{4637D051-36C1-4C03-9684-44C3B5A1F3B0}" srcOrd="0" destOrd="0" presId="urn:microsoft.com/office/officeart/2008/layout/AscendingPictureAccentProcess"/>
    <dgm:cxn modelId="{0A9EC3BB-65EC-4AC3-A25E-A49A6F980FAB}" type="presOf" srcId="{2AE4AA2E-C8B7-45BE-93F1-172CA02B0098}" destId="{975C90C4-B6E9-4655-B7B7-597F279E52DC}" srcOrd="0" destOrd="0" presId="urn:microsoft.com/office/officeart/2008/layout/AscendingPictureAccentProcess"/>
    <dgm:cxn modelId="{718E2A91-E1E8-4904-B86F-E79B2BA10BE4}" type="presParOf" srcId="{EFE67016-C76E-4AF1-B11C-0CCFAE38D682}" destId="{4637D051-36C1-4C03-9684-44C3B5A1F3B0}" srcOrd="0" destOrd="0" presId="urn:microsoft.com/office/officeart/2008/layout/AscendingPictureAccentProcess"/>
    <dgm:cxn modelId="{AA8265F8-0BE3-410F-87BA-5A73D7407536}" type="presParOf" srcId="{EFE67016-C76E-4AF1-B11C-0CCFAE38D682}" destId="{36B55B9F-D754-48D2-9CC3-DC0B7B3EC890}" srcOrd="1" destOrd="0" presId="urn:microsoft.com/office/officeart/2008/layout/AscendingPictureAccentProcess"/>
    <dgm:cxn modelId="{06455CA4-ADBC-47D6-92D0-B1C5F08C355E}" type="presParOf" srcId="{36B55B9F-D754-48D2-9CC3-DC0B7B3EC890}" destId="{975C90C4-B6E9-4655-B7B7-597F279E52DC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7D051-36C1-4C03-9684-44C3B5A1F3B0}">
      <dsp:nvSpPr>
        <dsp:cNvPr id="0" name=""/>
        <dsp:cNvSpPr/>
      </dsp:nvSpPr>
      <dsp:spPr>
        <a:xfrm>
          <a:off x="4482" y="346562"/>
          <a:ext cx="8068234" cy="36502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085" tIns="236220" rIns="236220" bIns="236220" numCol="1" spcCol="1270" anchor="ctr" anchorCtr="0">
          <a:noAutofit/>
        </a:bodyPr>
        <a:lstStyle/>
        <a:p>
          <a:pPr lvl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Pukaar – Your Real-Time Emergency Dialect Translator</a:t>
          </a:r>
          <a:endParaRPr lang="en-US" sz="6200" kern="1200" dirty="0"/>
        </a:p>
      </dsp:txBody>
      <dsp:txXfrm>
        <a:off x="182674" y="524754"/>
        <a:ext cx="7711850" cy="3293890"/>
      </dsp:txXfrm>
    </dsp:sp>
    <dsp:sp modelId="{975C90C4-B6E9-4655-B7B7-597F279E52DC}">
      <dsp:nvSpPr>
        <dsp:cNvPr id="0" name=""/>
        <dsp:cNvSpPr/>
      </dsp:nvSpPr>
      <dsp:spPr>
        <a:xfrm>
          <a:off x="0" y="0"/>
          <a:ext cx="1236926" cy="150725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2/23/2026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2/23/2026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85800"/>
            <a:ext cx="4648199" cy="378698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PUKAAR</a:t>
            </a: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the Language </a:t>
            </a: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</a:t>
            </a:r>
            <a:b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Emergency Response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4800600"/>
            <a:ext cx="4479174" cy="106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real-time AI translation bridge for regional dialects (Pashto, </a:t>
            </a:r>
            <a:r>
              <a:rPr lang="en-US" dirty="0" smtClean="0"/>
              <a:t>Sindhi, Saraiki</a:t>
            </a:r>
            <a:r>
              <a:rPr lang="en-US" dirty="0"/>
              <a:t>) to Urdu and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0"/>
            <a:ext cx="1143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2" y="0"/>
            <a:ext cx="1066800" cy="106680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5022130"/>
            <a:ext cx="2064470" cy="183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9220"/>
            <a:ext cx="102108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When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Seconds Cost Lives, Language Shouldn't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 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services (15, 1122, 115) often struggle to understand callers speaking in native regional dialects.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Valuable time (often minutes) is lost trying to find a translator while lives are at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Reduce response time to just 5–8 seconds using AI.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08409"/>
            <a:ext cx="653592" cy="6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73224268"/>
              </p:ext>
            </p:extLst>
          </p:nvPr>
        </p:nvGraphicFramePr>
        <p:xfrm>
          <a:off x="2057400" y="1295400"/>
          <a:ext cx="80772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771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133600"/>
            <a:ext cx="9094838" cy="27238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Multi-Dialect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Instant translation for Pashto, </a:t>
            </a:r>
            <a:r>
              <a:rPr lang="en-US" alt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Sindhi and 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Saraiki.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Bidirectional Communication: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Translates the caller's regional dialect to the dispatcher's </a:t>
            </a:r>
            <a:r>
              <a:rPr lang="en-US" alt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Urdu/English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converts the dispatcher's response back to the caller's native language 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Speed: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Complete end-to-end processing in under 8 seconds.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8-Step Emergency Intelligence Pipeline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33778" y="1904215"/>
            <a:ext cx="12225778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30612" y="5943600"/>
            <a:ext cx="1361388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95301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781800" cy="9144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The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942707"/>
            <a:ext cx="87630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ASR Engine: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OpenAI Whisper (Base Model) for high-accuracy dialect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Translation Engine: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Meta’s NLLB-200 (No Language Left Behind).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TTS Engine: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Bark or Coqui for natural-sounding speech generation.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Gradio-based professional dashboard.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Hosted on Google Colab using T4 GPU acceleration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3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7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Designed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High-Stress Environments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0" y="3300992"/>
            <a:ext cx="674646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transcription and translation side-by-side.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type identification (Fire, Medical, Theft, Accident)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One-click response triggers.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93" y="304800"/>
            <a:ext cx="647307" cy="64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6482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6700" y="106839"/>
            <a:ext cx="4114800" cy="6248400"/>
          </a:xfrm>
          <a:prstGeom prst="rect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2590800"/>
            <a:ext cx="3886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Social </a:t>
            </a: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 Saving Lives with Inclusivity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23541" y="1981200"/>
            <a:ext cx="6781800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Linguistic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Equality: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100M+ regional speakers with 24/7 access to emergency protection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Response: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Eliminates language delays in 5–8 seconds to increase survival rates in critical crises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Dispatcher Support: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Minimizes stress and error rates through real-time, accurate Urdu translation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Inclusivity: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AI to ensure marginalized communities are never left behind in a disaster 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5530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912" y="99220"/>
            <a:ext cx="10663287" cy="1348580"/>
          </a:xfrm>
        </p:spPr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Hafsa </a:t>
            </a:r>
            <a:r>
              <a:rPr lang="en-US" b="1" dirty="0" err="1"/>
              <a:t>Javed</a:t>
            </a:r>
            <a:r>
              <a:rPr lang="en-US" b="1" dirty="0"/>
              <a:t>:</a:t>
            </a:r>
            <a:r>
              <a:rPr lang="en-US" dirty="0"/>
              <a:t> TTS Lead &amp; Team Lead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Haseeb</a:t>
            </a:r>
            <a:r>
              <a:rPr lang="en-US" b="1" dirty="0" smtClean="0"/>
              <a:t> </a:t>
            </a:r>
            <a:r>
              <a:rPr lang="en-US" b="1" dirty="0" err="1" smtClean="0"/>
              <a:t>Ullah</a:t>
            </a:r>
            <a:r>
              <a:rPr lang="en-US" b="1" dirty="0" smtClean="0"/>
              <a:t> Khan:</a:t>
            </a:r>
            <a:r>
              <a:rPr lang="en-US" dirty="0" smtClean="0"/>
              <a:t> </a:t>
            </a:r>
            <a:r>
              <a:rPr lang="en-US" dirty="0"/>
              <a:t>Audio Collection Lead</a:t>
            </a:r>
            <a:r>
              <a:rPr lang="en-US" dirty="0" smtClean="0"/>
              <a:t>.</a:t>
            </a:r>
          </a:p>
          <a:p>
            <a:r>
              <a:rPr lang="en-US" b="1" dirty="0"/>
              <a:t>Hafsa Bibi:</a:t>
            </a:r>
            <a:r>
              <a:rPr lang="en-US" dirty="0"/>
              <a:t> ASR Lead</a:t>
            </a:r>
            <a:endParaRPr lang="en-US" dirty="0" smtClean="0"/>
          </a:p>
          <a:p>
            <a:r>
              <a:rPr lang="en-US" b="1" dirty="0" err="1" smtClean="0"/>
              <a:t>Iqra</a:t>
            </a:r>
            <a:r>
              <a:rPr lang="en-US" b="1" dirty="0" smtClean="0"/>
              <a:t> Rashid:</a:t>
            </a:r>
            <a:r>
              <a:rPr lang="en-US" dirty="0" smtClean="0"/>
              <a:t> </a:t>
            </a:r>
            <a:r>
              <a:rPr lang="en-US" dirty="0"/>
              <a:t>Translation Lead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Alisha Rubab:</a:t>
            </a:r>
            <a:r>
              <a:rPr lang="en-US" dirty="0" smtClean="0"/>
              <a:t> </a:t>
            </a:r>
            <a:r>
              <a:rPr lang="en-US" dirty="0"/>
              <a:t>UI Lead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Muhammad </a:t>
            </a:r>
            <a:r>
              <a:rPr lang="en-US" b="1" dirty="0" err="1" smtClean="0"/>
              <a:t>Behram</a:t>
            </a:r>
            <a:r>
              <a:rPr lang="en-US" b="1" dirty="0" smtClean="0"/>
              <a:t> Hassan:</a:t>
            </a:r>
            <a:r>
              <a:rPr lang="en-US" dirty="0" smtClean="0"/>
              <a:t> </a:t>
            </a:r>
            <a:r>
              <a:rPr lang="en-US" dirty="0"/>
              <a:t>Integration Lead.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33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1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7772400" cy="891380"/>
          </a:xfrm>
        </p:spPr>
        <p:txBody>
          <a:bodyPr>
            <a:normAutofit/>
          </a:bodyPr>
          <a:lstStyle/>
          <a:p>
            <a:r>
              <a:rPr lang="en-US" sz="3600" dirty="0"/>
              <a:t>Thank You! | Questions?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1981200"/>
            <a:ext cx="8153400" cy="1447800"/>
          </a:xfrm>
          <a:ln>
            <a:noFill/>
          </a:ln>
          <a:effectLst/>
        </p:spPr>
        <p:txBody>
          <a:bodyPr>
            <a:normAutofit/>
          </a:bodyPr>
          <a:lstStyle/>
          <a:p>
            <a:endParaRPr lang="en-US" dirty="0" smtClean="0">
              <a:latin typeface="Segoe Script" panose="030B0504020000000003" pitchFamily="66" charset="0"/>
            </a:endParaRPr>
          </a:p>
          <a:p>
            <a:pPr algn="ctr"/>
            <a:r>
              <a:rPr lang="en-US" dirty="0" smtClean="0">
                <a:latin typeface="Segoe Script" panose="030B0504020000000003" pitchFamily="66" charset="0"/>
              </a:rPr>
              <a:t> </a:t>
            </a:r>
            <a:r>
              <a:rPr lang="en-US" sz="2400" dirty="0" smtClean="0">
                <a:latin typeface="Segoe Script" panose="030B0504020000000003" pitchFamily="66" charset="0"/>
              </a:rPr>
              <a:t>"Pukaar: Because every second counts and every language matters."</a:t>
            </a:r>
            <a:endParaRPr lang="en-US" dirty="0">
              <a:latin typeface="Segoe Script" panose="030B0504020000000003" pitchFamily="66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426720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Links…….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381000"/>
            <a:ext cx="1809486" cy="180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3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694</TotalTime>
  <Words>366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Franklin Gothic Medium</vt:lpstr>
      <vt:lpstr>Segoe Script</vt:lpstr>
      <vt:lpstr>Medical Design 16x9</vt:lpstr>
      <vt:lpstr>PUKAAR:  Breaking the Language Barrier  in Emergency Response</vt:lpstr>
      <vt:lpstr>       When Seconds Cost Lives, Language Shouldn't Be   the Barrier</vt:lpstr>
      <vt:lpstr>PowerPoint Presentation</vt:lpstr>
      <vt:lpstr>PowerPoint Presentation</vt:lpstr>
      <vt:lpstr>    The 8-Step Emergency Intelligence Pipeline</vt:lpstr>
      <vt:lpstr>        The Technology Stack</vt:lpstr>
      <vt:lpstr>    Designed for High-Stress Environments</vt:lpstr>
      <vt:lpstr>PowerPoint Presentation</vt:lpstr>
      <vt:lpstr>          The Team</vt:lpstr>
      <vt:lpstr>Thank You! |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PUKAAR:  Breaking the Language Barrier  in Emergency Response</dc:title>
  <dc:creator>CCS</dc:creator>
  <cp:lastModifiedBy>CCS</cp:lastModifiedBy>
  <cp:revision>27</cp:revision>
  <dcterms:created xsi:type="dcterms:W3CDTF">2026-02-22T22:38:42Z</dcterms:created>
  <dcterms:modified xsi:type="dcterms:W3CDTF">2026-02-23T14:16:36Z</dcterms:modified>
</cp:coreProperties>
</file>